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2"/>
  </p:notesMasterIdLst>
  <p:sldIdLst>
    <p:sldId id="275" r:id="rId5"/>
    <p:sldId id="276" r:id="rId6"/>
    <p:sldId id="301" r:id="rId7"/>
    <p:sldId id="334" r:id="rId8"/>
    <p:sldId id="358" r:id="rId9"/>
    <p:sldId id="347" r:id="rId10"/>
    <p:sldId id="283" r:id="rId11"/>
  </p:sldIdLst>
  <p:sldSz cx="20104100" cy="11309350"/>
  <p:notesSz cx="20104100" cy="1130935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B2B2B"/>
    <a:srgbClr val="C5A253"/>
    <a:srgbClr val="0B2D4A"/>
    <a:srgbClr val="0E3C62"/>
    <a:srgbClr val="4A4A4A"/>
    <a:srgbClr val="0C3354"/>
    <a:srgbClr val="5C738A"/>
    <a:srgbClr val="E8EDF2"/>
    <a:srgbClr val="0C5D5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39" d="100"/>
          <a:sy n="39" d="100"/>
        </p:scale>
        <p:origin x="740" y="28"/>
      </p:cViewPr>
      <p:guideLst>
        <p:guide orient="horz" pos="2880"/>
        <p:guide pos="216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20172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presProps" Target="pres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theme" Target="theme/theme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11387138" y="0"/>
            <a:ext cx="8712200" cy="56673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27C06E8-519B-4DD1-947B-0496DEFB1EE6}" type="datetimeFigureOut">
              <a:rPr lang="pt-BR" smtClean="0"/>
              <a:t>07/05/2026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659563" y="1414463"/>
            <a:ext cx="6784975" cy="38163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2009775" y="5441950"/>
            <a:ext cx="16084550" cy="445452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11387138" y="10742613"/>
            <a:ext cx="8712200" cy="56673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BCBF061-31BA-44FD-9350-82B0ED56C02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332925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507807" y="3505898"/>
            <a:ext cx="17088486" cy="237496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3015615" y="6333236"/>
            <a:ext cx="14072870" cy="282733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1005205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10353611" y="2601150"/>
            <a:ext cx="8745284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005205" y="452374"/>
            <a:ext cx="18093690" cy="180949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005205" y="2601150"/>
            <a:ext cx="18093690" cy="746417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835394" y="10517696"/>
            <a:ext cx="6433312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05205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5/7/2026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4474953" y="10517696"/>
            <a:ext cx="4623943" cy="56546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5.xml"/><Relationship Id="rId1" Type="http://schemas.openxmlformats.org/officeDocument/2006/relationships/themeOverride" Target="../theme/themeOverr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CF3FF20-7C7C-7985-9437-4E57A94DA3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222112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3">
            <a:extLst>
              <a:ext uri="{FF2B5EF4-FFF2-40B4-BE49-F238E27FC236}">
                <a16:creationId xmlns:a16="http://schemas.microsoft.com/office/drawing/2014/main" id="{607F2381-E6C9-B569-9FE2-6B67F01F1188}"/>
              </a:ext>
            </a:extLst>
          </p:cNvPr>
          <p:cNvSpPr txBox="1"/>
          <p:nvPr/>
        </p:nvSpPr>
        <p:spPr>
          <a:xfrm>
            <a:off x="996302" y="8836333"/>
            <a:ext cx="17238082" cy="1770998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algn="l"/>
            <a:r>
              <a:rPr lang="pt-BR" sz="4800" b="1" spc="160" dirty="0">
                <a:solidFill>
                  <a:srgbClr val="0B2D4A"/>
                </a:solidFill>
                <a:latin typeface="DIN Pro Bold"/>
                <a:cs typeface="DIN Pro Bold" panose="020B0804020101020102" pitchFamily="34" charset="0"/>
              </a:rPr>
              <a:t>Módulo (PUXAR): (PUXAR</a:t>
            </a:r>
          </a:p>
          <a:p>
            <a:pPr algn="l"/>
            <a:r>
              <a:rPr lang="pt-BR" sz="4800" b="1" spc="160" dirty="0">
                <a:solidFill>
                  <a:srgbClr val="0B2D4A"/>
                </a:solidFill>
                <a:latin typeface="DIN Pro Bold"/>
                <a:cs typeface="DIN Pro Bold" panose="020B0804020101020102" pitchFamily="34" charset="0"/>
              </a:rPr>
              <a:t>Unidade (PUXAR) – (PUXAR)</a:t>
            </a:r>
            <a:endParaRPr lang="pt-BR" sz="4800" b="1" spc="160" dirty="0">
              <a:solidFill>
                <a:srgbClr val="0B2D4A"/>
              </a:solidFill>
              <a:latin typeface="DIN Pro Bold"/>
            </a:endParaRPr>
          </a:p>
          <a:p>
            <a:pPr algn="l"/>
            <a:endParaRPr lang="pt-BR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C2E6CC44-A2BE-7E59-ADAF-5F5ABBABAE2B}"/>
              </a:ext>
            </a:extLst>
          </p:cNvPr>
          <p:cNvSpPr txBox="1"/>
          <p:nvPr/>
        </p:nvSpPr>
        <p:spPr>
          <a:xfrm>
            <a:off x="996302" y="7813544"/>
            <a:ext cx="16957386" cy="755335"/>
          </a:xfrm>
          <a:prstGeom prst="rect">
            <a:avLst/>
          </a:prstGeom>
        </p:spPr>
        <p:txBody>
          <a:bodyPr vert="horz" wrap="square" lIns="0" tIns="16510" rIns="0" bIns="0" rtlCol="0" anchor="t">
            <a:spAutoFit/>
          </a:bodyPr>
          <a:lstStyle/>
          <a:p>
            <a:pPr marL="12700">
              <a:spcBef>
                <a:spcPts val="130"/>
              </a:spcBef>
            </a:pPr>
            <a:r>
              <a:rPr lang="pt-BR" sz="4800" b="1" spc="160" dirty="0">
                <a:solidFill>
                  <a:srgbClr val="C5A253"/>
                </a:solidFill>
                <a:latin typeface="DIN Pro Bold"/>
                <a:cs typeface="DIN Pro Bold" panose="020B0804020101020102" pitchFamily="34" charset="0"/>
              </a:rPr>
              <a:t>ATIVIDADE POLICIAL EM CAMPO</a:t>
            </a:r>
            <a:endParaRPr lang="pt-BR" sz="4800" dirty="0">
              <a:solidFill>
                <a:srgbClr val="C5A253"/>
              </a:solidFill>
              <a:latin typeface="DIN Pro Bold" panose="020B0804020101020102" pitchFamily="34" charset="0"/>
              <a:cs typeface="DIN Pro Bold" panose="020B08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14141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F134D-2609-F855-6080-11E45740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44DDF374-46F6-B0A3-36AD-3CD5804166D7}"/>
              </a:ext>
            </a:extLst>
          </p:cNvPr>
          <p:cNvSpPr txBox="1"/>
          <p:nvPr/>
        </p:nvSpPr>
        <p:spPr>
          <a:xfrm>
            <a:off x="1948720" y="854075"/>
            <a:ext cx="17456605" cy="848309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7785" algn="l"/>
                <a:tab pos="1898014" algn="l"/>
              </a:tabLst>
              <a:defRPr/>
            </a:pPr>
            <a:r>
              <a:rPr lang="pt-BR" sz="3600" b="1" spc="210" dirty="0">
                <a:solidFill>
                  <a:srgbClr val="0B2D4A"/>
                </a:solidFill>
                <a:latin typeface="DIN Pro Bold" panose="020B0804020101020102" pitchFamily="34" charset="0"/>
                <a:ea typeface="DIN 2014 Bold" panose="020B0704020202020204" pitchFamily="34" charset="0"/>
                <a:cs typeface="DIN Pro Bold" panose="020B0804020101020102" pitchFamily="34" charset="0"/>
              </a:rPr>
              <a:t>MÓDULO (PUXAR MODULO) – UNIDADE (PUXAR) – (PUXAR DESCRIÇÃO DA AULA)</a:t>
            </a:r>
            <a:endParaRPr lang="pt-BR" sz="4000" dirty="0">
              <a:solidFill>
                <a:srgbClr val="0B2D4A"/>
              </a:solidFill>
              <a:latin typeface="DIN Pro Bold" panose="020B0804020101020102" pitchFamily="34" charset="0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l">
              <a:tabLst>
                <a:tab pos="1327785" algn="l"/>
                <a:tab pos="1898014" algn="l"/>
              </a:tabLst>
            </a:pPr>
            <a:endParaRPr lang="pt-BR" dirty="0"/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83A81AED-2C86-172A-A588-7ED41676920C}"/>
              </a:ext>
            </a:extLst>
          </p:cNvPr>
          <p:cNvSpPr txBox="1"/>
          <p:nvPr/>
        </p:nvSpPr>
        <p:spPr>
          <a:xfrm>
            <a:off x="1496218" y="2670524"/>
            <a:ext cx="15544800" cy="3102901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pt-BR" sz="4000" b="1" spc="210" dirty="0">
                <a:solidFill>
                  <a:srgbClr val="0E3C62"/>
                </a:solidFill>
                <a:latin typeface="DIN Pro Bold"/>
                <a:ea typeface="DIN 2014 Bold" panose="020B0704020202020204" pitchFamily="34" charset="0"/>
                <a:cs typeface="DIN Pro Bold" panose="020B0804020101020102" pitchFamily="34" charset="0"/>
              </a:rPr>
              <a:t>Objetivos da aula:</a:t>
            </a:r>
          </a:p>
          <a:p>
            <a:pPr algn="just">
              <a:lnSpc>
                <a:spcPct val="115000"/>
              </a:lnSpc>
            </a:pPr>
            <a:endParaRPr lang="pt-BR" sz="4000" b="1" spc="210" dirty="0">
              <a:solidFill>
                <a:srgbClr val="0B2D4A"/>
              </a:solidFill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just">
              <a:lnSpc>
                <a:spcPct val="115000"/>
              </a:lnSpc>
            </a:pPr>
            <a:r>
              <a:rPr lang="pt-BR" sz="4000" b="1" spc="210" dirty="0">
                <a:solidFill>
                  <a:srgbClr val="0B2D4A"/>
                </a:solidFill>
                <a:latin typeface="DIN Pro Bold"/>
              </a:rPr>
              <a:t>(PUXAR OS OBJETIVOS CRIADOS)</a:t>
            </a:r>
          </a:p>
          <a:p>
            <a:pPr algn="just">
              <a:lnSpc>
                <a:spcPct val="115000"/>
              </a:lnSpc>
            </a:pPr>
            <a:endParaRPr lang="pt-BR" sz="2800" kern="100" dirty="0">
              <a:effectLst/>
              <a:latin typeface="Calibri"/>
              <a:ea typeface="Calibri"/>
              <a:cs typeface="Calibri"/>
            </a:endParaRPr>
          </a:p>
          <a:p>
            <a:pPr marL="571500" indent="-571500" algn="just">
              <a:lnSpc>
                <a:spcPct val="114999"/>
              </a:lnSpc>
              <a:buFontTx/>
              <a:buChar char="-"/>
            </a:pPr>
            <a:endParaRPr lang="pt-BR" sz="2800" kern="100" dirty="0">
              <a:effectLst/>
              <a:latin typeface="Calibri"/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721115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F134D-2609-F855-6080-11E45740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44DDF374-46F6-B0A3-36AD-3CD5804166D7}"/>
              </a:ext>
            </a:extLst>
          </p:cNvPr>
          <p:cNvSpPr txBox="1"/>
          <p:nvPr/>
        </p:nvSpPr>
        <p:spPr>
          <a:xfrm>
            <a:off x="1903750" y="931566"/>
            <a:ext cx="17501575" cy="848309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7785" algn="l"/>
                <a:tab pos="1898014" algn="l"/>
              </a:tabLst>
              <a:defRPr/>
            </a:pPr>
            <a:r>
              <a:rPr lang="pt-BR" sz="3600" b="1" spc="210" dirty="0">
                <a:solidFill>
                  <a:srgbClr val="0B2D4A"/>
                </a:solidFill>
                <a:latin typeface="DIN Pro Bold" panose="020B0804020101020102" pitchFamily="34" charset="0"/>
                <a:ea typeface="DIN 2014 Bold" panose="020B0704020202020204" pitchFamily="34" charset="0"/>
                <a:cs typeface="DIN Pro Bold" panose="020B0804020101020102" pitchFamily="34" charset="0"/>
              </a:rPr>
              <a:t>MÓDULO (PUXAR MODULO) – UNIDADE (PUXAR) – (PUXAR DESCRIÇÃO DA AULA)</a:t>
            </a:r>
            <a:endParaRPr lang="pt-BR" sz="4000" dirty="0">
              <a:solidFill>
                <a:srgbClr val="0B2D4A"/>
              </a:solidFill>
              <a:latin typeface="DIN Pro Bold" panose="020B0804020101020102" pitchFamily="34" charset="0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l">
              <a:tabLst>
                <a:tab pos="1327785" algn="l"/>
                <a:tab pos="1898014" algn="l"/>
              </a:tabLst>
            </a:pPr>
            <a:endParaRPr lang="pt-BR" dirty="0"/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83A81AED-2C86-172A-A588-7ED41676920C}"/>
              </a:ext>
            </a:extLst>
          </p:cNvPr>
          <p:cNvSpPr txBox="1"/>
          <p:nvPr/>
        </p:nvSpPr>
        <p:spPr>
          <a:xfrm>
            <a:off x="1260777" y="2298170"/>
            <a:ext cx="15294676" cy="1962012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pt-BR" sz="4000" b="1" spc="210" dirty="0">
                <a:solidFill>
                  <a:srgbClr val="0E3C62"/>
                </a:solidFill>
                <a:latin typeface="DIN Pro Bold"/>
                <a:ea typeface="DIN 2014 Bold" panose="020B0704020202020204" pitchFamily="34" charset="0"/>
                <a:cs typeface="DIN Pro Bold" panose="020B0804020101020102" pitchFamily="34" charset="0"/>
              </a:rPr>
              <a:t>Fases do exercício:</a:t>
            </a:r>
          </a:p>
          <a:p>
            <a:pPr algn="just">
              <a:lnSpc>
                <a:spcPct val="115000"/>
              </a:lnSpc>
            </a:pPr>
            <a:endParaRPr lang="pt-BR" sz="3600" b="1" spc="210" dirty="0">
              <a:solidFill>
                <a:srgbClr val="0B2D4A"/>
              </a:solidFill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just">
              <a:lnSpc>
                <a:spcPct val="114999"/>
              </a:lnSpc>
            </a:pPr>
            <a:r>
              <a:rPr lang="pt-BR" sz="3600" spc="210" dirty="0">
                <a:solidFill>
                  <a:srgbClr val="0B2D4A"/>
                </a:solidFill>
                <a:latin typeface="DIN Pro Bold"/>
              </a:rPr>
              <a:t> (PUXAR ETAPAS DO EXERCICIO)</a:t>
            </a:r>
          </a:p>
        </p:txBody>
      </p:sp>
    </p:spTree>
    <p:extLst>
      <p:ext uri="{BB962C8B-B14F-4D97-AF65-F5344CB8AC3E}">
        <p14:creationId xmlns:p14="http://schemas.microsoft.com/office/powerpoint/2010/main" val="11112095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BFBDA-A117-4A6B-E0DA-0585CA3C9E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10">
            <a:extLst>
              <a:ext uri="{FF2B5EF4-FFF2-40B4-BE49-F238E27FC236}">
                <a16:creationId xmlns:a16="http://schemas.microsoft.com/office/drawing/2014/main" id="{2CAA84BE-0AEA-1036-6EB9-7D53D58EB574}"/>
              </a:ext>
            </a:extLst>
          </p:cNvPr>
          <p:cNvSpPr txBox="1"/>
          <p:nvPr/>
        </p:nvSpPr>
        <p:spPr>
          <a:xfrm>
            <a:off x="2175177" y="5041369"/>
            <a:ext cx="16260786" cy="2328394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0" marR="0" lvl="0" indent="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pt-BR" sz="7200" b="1" i="1" u="none" strike="noStrike" kern="0" cap="none" spc="210" normalizeH="0" baseline="0" noProof="0" dirty="0">
                <a:ln>
                  <a:noFill/>
                </a:ln>
                <a:solidFill>
                  <a:srgbClr val="0C3354"/>
                </a:solidFill>
                <a:effectLst/>
                <a:uLnTx/>
                <a:uFillTx/>
                <a:latin typeface="DIN Pro Bold"/>
                <a:ea typeface="DIN 2014 Bold" panose="020B0704020202020204" pitchFamily="34" charset="0"/>
                <a:cs typeface="DIN Pro Bold" panose="020B0804020101020102" pitchFamily="34" charset="0"/>
              </a:rPr>
              <a:t>DEBRIEFING</a:t>
            </a:r>
          </a:p>
          <a:p>
            <a:pPr marL="0" marR="0" lvl="0" indent="0" algn="just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3600" b="1" i="0" u="none" strike="noStrike" kern="0" cap="none" spc="210" normalizeH="0" baseline="0" noProof="0" dirty="0">
              <a:ln>
                <a:noFill/>
              </a:ln>
              <a:solidFill>
                <a:srgbClr val="0B2D4A"/>
              </a:solidFill>
              <a:effectLst/>
              <a:uLnTx/>
              <a:uFillTx/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marL="571500" marR="0" lvl="0" indent="-571500" algn="ctr" defTabSz="914400" eaLnBrk="1" fontAlgn="auto" latinLnBrk="0" hangingPunct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pt-BR" sz="2400" b="0" i="0" u="none" strike="noStrike" kern="0" cap="none" spc="210" normalizeH="0" baseline="0" noProof="0" dirty="0">
              <a:ln>
                <a:noFill/>
              </a:ln>
              <a:solidFill>
                <a:srgbClr val="0B2D4A"/>
              </a:solidFill>
              <a:effectLst/>
              <a:uLnTx/>
              <a:uFillTx/>
              <a:latin typeface="DIN Pro Bold"/>
            </a:endParaRPr>
          </a:p>
        </p:txBody>
      </p:sp>
      <p:sp>
        <p:nvSpPr>
          <p:cNvPr id="2" name="Retângulo 1">
            <a:extLst>
              <a:ext uri="{FF2B5EF4-FFF2-40B4-BE49-F238E27FC236}">
                <a16:creationId xmlns:a16="http://schemas.microsoft.com/office/drawing/2014/main" id="{FAC8246C-4695-4A91-97F1-7B4DAD597FC1}"/>
              </a:ext>
            </a:extLst>
          </p:cNvPr>
          <p:cNvSpPr/>
          <p:nvPr/>
        </p:nvSpPr>
        <p:spPr>
          <a:xfrm>
            <a:off x="1768839" y="972561"/>
            <a:ext cx="17841775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7785" algn="l"/>
                <a:tab pos="1898014" algn="l"/>
              </a:tabLst>
              <a:defRPr/>
            </a:pPr>
            <a:r>
              <a:rPr lang="pt-BR" sz="3600" b="1" spc="210" dirty="0">
                <a:solidFill>
                  <a:srgbClr val="0B2D4A"/>
                </a:solidFill>
                <a:latin typeface="DIN Pro Bold" panose="020B0804020101020102" pitchFamily="34" charset="0"/>
                <a:ea typeface="DIN 2014 Bold" panose="020B0704020202020204" pitchFamily="34" charset="0"/>
                <a:cs typeface="DIN Pro Bold" panose="020B0804020101020102" pitchFamily="34" charset="0"/>
              </a:rPr>
              <a:t>MÓDULO (PUXAR MODULO) – UNIDADE (PUXAR) – (PUXAR DESCRIÇÃO DA AULA)</a:t>
            </a:r>
            <a:endParaRPr lang="pt-BR" sz="4000" dirty="0">
              <a:solidFill>
                <a:srgbClr val="0B2D4A"/>
              </a:solidFill>
              <a:latin typeface="DIN Pro Bold" panose="020B0804020101020102" pitchFamily="34" charset="0"/>
              <a:ea typeface="DIN 2014 Bold" panose="020B0704020202020204" pitchFamily="34" charset="0"/>
              <a:cs typeface="DIN Pro Bold" panose="020B08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6728229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83F134D-2609-F855-6080-11E45740AF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10">
            <a:extLst>
              <a:ext uri="{FF2B5EF4-FFF2-40B4-BE49-F238E27FC236}">
                <a16:creationId xmlns:a16="http://schemas.microsoft.com/office/drawing/2014/main" id="{44DDF374-46F6-B0A3-36AD-3CD5804166D7}"/>
              </a:ext>
            </a:extLst>
          </p:cNvPr>
          <p:cNvSpPr txBox="1"/>
          <p:nvPr/>
        </p:nvSpPr>
        <p:spPr>
          <a:xfrm>
            <a:off x="1903750" y="854075"/>
            <a:ext cx="17501575" cy="848309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marL="12700" marR="0" lvl="0" indent="0" defTabSz="914400" eaLnBrk="1" fontAlgn="auto" latinLnBrk="0" hangingPunct="1">
              <a:lnSpc>
                <a:spcPct val="100000"/>
              </a:lnSpc>
              <a:spcBef>
                <a:spcPts val="135"/>
              </a:spcBef>
              <a:spcAft>
                <a:spcPts val="0"/>
              </a:spcAft>
              <a:buClrTx/>
              <a:buSzTx/>
              <a:buFontTx/>
              <a:buNone/>
              <a:tabLst>
                <a:tab pos="1327785" algn="l"/>
                <a:tab pos="1898014" algn="l"/>
              </a:tabLst>
              <a:defRPr/>
            </a:pPr>
            <a:r>
              <a:rPr lang="pt-BR" sz="3600" b="1" spc="210" dirty="0">
                <a:solidFill>
                  <a:srgbClr val="0B2D4A"/>
                </a:solidFill>
                <a:latin typeface="DIN Pro Bold" panose="020B0804020101020102" pitchFamily="34" charset="0"/>
                <a:ea typeface="DIN 2014 Bold" panose="020B0704020202020204" pitchFamily="34" charset="0"/>
                <a:cs typeface="DIN Pro Bold" panose="020B0804020101020102" pitchFamily="34" charset="0"/>
              </a:rPr>
              <a:t>MÓDULO (PUXAR MODULO) – UNIDADE (PUXAR) – (PUXAR DESCRIÇÃO DA AULA)</a:t>
            </a:r>
            <a:endParaRPr lang="pt-BR" sz="4000" dirty="0">
              <a:solidFill>
                <a:srgbClr val="0B2D4A"/>
              </a:solidFill>
              <a:latin typeface="DIN Pro Bold" panose="020B0804020101020102" pitchFamily="34" charset="0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l">
              <a:tabLst>
                <a:tab pos="1327785" algn="l"/>
                <a:tab pos="1898014" algn="l"/>
              </a:tabLst>
            </a:pPr>
            <a:endParaRPr lang="pt-BR" dirty="0"/>
          </a:p>
        </p:txBody>
      </p:sp>
      <p:sp>
        <p:nvSpPr>
          <p:cNvPr id="3" name="object 10">
            <a:extLst>
              <a:ext uri="{FF2B5EF4-FFF2-40B4-BE49-F238E27FC236}">
                <a16:creationId xmlns:a16="http://schemas.microsoft.com/office/drawing/2014/main" id="{83A81AED-2C86-172A-A588-7ED41676920C}"/>
              </a:ext>
            </a:extLst>
          </p:cNvPr>
          <p:cNvSpPr txBox="1"/>
          <p:nvPr/>
        </p:nvSpPr>
        <p:spPr>
          <a:xfrm>
            <a:off x="1373071" y="2554844"/>
            <a:ext cx="15155140" cy="6138540"/>
          </a:xfrm>
          <a:prstGeom prst="rect">
            <a:avLst/>
          </a:prstGeom>
        </p:spPr>
        <p:txBody>
          <a:bodyPr vert="horz" wrap="square" lIns="0" tIns="17145" rIns="0" bIns="0" rtlCol="0" anchor="t">
            <a:spAutoFit/>
          </a:bodyPr>
          <a:lstStyle/>
          <a:p>
            <a:pPr algn="just">
              <a:lnSpc>
                <a:spcPct val="115000"/>
              </a:lnSpc>
            </a:pPr>
            <a:r>
              <a:rPr lang="pt-BR" sz="4000" b="1" spc="210" dirty="0">
                <a:solidFill>
                  <a:srgbClr val="0E3C62"/>
                </a:solidFill>
                <a:latin typeface="DIN Pro Bold" panose="020B0804020101020102"/>
              </a:rPr>
              <a:t>Elementos essenciais do planejamento:</a:t>
            </a:r>
          </a:p>
          <a:p>
            <a:pPr algn="just">
              <a:lnSpc>
                <a:spcPct val="115000"/>
              </a:lnSpc>
            </a:pPr>
            <a:endParaRPr lang="pt-BR" sz="4000" b="1" spc="210" dirty="0">
              <a:solidFill>
                <a:srgbClr val="0E3C62"/>
              </a:solidFill>
              <a:latin typeface="DIN Pro Bold" panose="020B0804020101020102"/>
            </a:endParaRPr>
          </a:p>
          <a:p>
            <a:pPr marL="571500" lvl="5" indent="-5715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r>
              <a:rPr lang="pt-BR" sz="4000" spc="210" dirty="0">
                <a:solidFill>
                  <a:srgbClr val="2B2B2B"/>
                </a:solidFill>
                <a:latin typeface="DIN Pro Bold" panose="020B0804020101020102"/>
              </a:rPr>
              <a:t>(PUXAR A ENFASE)</a:t>
            </a:r>
          </a:p>
          <a:p>
            <a:pPr marL="1800000" lvl="5" indent="-5715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BR" sz="3600" spc="210" dirty="0">
              <a:solidFill>
                <a:srgbClr val="0B2D4A"/>
              </a:solidFill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algn="just">
              <a:lnSpc>
                <a:spcPct val="115000"/>
              </a:lnSpc>
            </a:pPr>
            <a:endParaRPr lang="pt-BR" sz="4000" b="1" spc="210" dirty="0">
              <a:solidFill>
                <a:srgbClr val="0E3C62"/>
              </a:solidFill>
              <a:latin typeface="DIN Pro Bold" panose="020B0804020101020102"/>
            </a:endParaRPr>
          </a:p>
          <a:p>
            <a:pPr algn="just">
              <a:lnSpc>
                <a:spcPct val="115000"/>
              </a:lnSpc>
            </a:pPr>
            <a:endParaRPr lang="pt-BR" sz="4000" b="1" spc="210" dirty="0">
              <a:solidFill>
                <a:srgbClr val="0E3C62"/>
              </a:solidFill>
              <a:latin typeface="DIN Pro Bold" panose="020B0804020101020102"/>
            </a:endParaRPr>
          </a:p>
          <a:p>
            <a:pPr algn="just">
              <a:lnSpc>
                <a:spcPct val="115000"/>
              </a:lnSpc>
            </a:pPr>
            <a:endParaRPr lang="pt-BR" sz="4000" spc="210" dirty="0">
              <a:solidFill>
                <a:srgbClr val="0B2D4A"/>
              </a:solidFill>
              <a:latin typeface="DIN Pro Bold" panose="020B0804020101020102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marL="1228500" lvl="5" algn="just">
              <a:lnSpc>
                <a:spcPct val="115000"/>
              </a:lnSpc>
            </a:pPr>
            <a:endParaRPr lang="pt-BR" sz="3600" spc="210" dirty="0">
              <a:solidFill>
                <a:srgbClr val="0B2D4A"/>
              </a:solidFill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  <a:p>
            <a:pPr marL="571500" indent="-571500" algn="just">
              <a:lnSpc>
                <a:spcPct val="115000"/>
              </a:lnSpc>
              <a:buFont typeface="Arial" panose="020B0604020202020204" pitchFamily="34" charset="0"/>
              <a:buChar char="•"/>
            </a:pPr>
            <a:endParaRPr lang="pt-BR" sz="3600" spc="210" dirty="0">
              <a:solidFill>
                <a:srgbClr val="0B2D4A"/>
              </a:solidFill>
              <a:latin typeface="DIN Pro Bold"/>
              <a:ea typeface="DIN 2014 Bold" panose="020B0704020202020204" pitchFamily="34" charset="0"/>
              <a:cs typeface="DIN Pro Bold" panose="020B0804020101020102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061488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560332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22554d0a-1932-447e-b007-a2186b2152bd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74A154D0DC1E2447ADD5D8CA556ECA80" ma:contentTypeVersion="11" ma:contentTypeDescription="Crie um novo documento." ma:contentTypeScope="" ma:versionID="9a1fb4aabcd5adab87d9e1296b6f2d38">
  <xsd:schema xmlns:xsd="http://www.w3.org/2001/XMLSchema" xmlns:xs="http://www.w3.org/2001/XMLSchema" xmlns:p="http://schemas.microsoft.com/office/2006/metadata/properties" xmlns:ns2="22554d0a-1932-447e-b007-a2186b2152bd" targetNamespace="http://schemas.microsoft.com/office/2006/metadata/properties" ma:root="true" ma:fieldsID="00325a2f7f39d3ee3bb3596f142ab400" ns2:_="">
    <xsd:import namespace="22554d0a-1932-447e-b007-a2186b2152bd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2554d0a-1932-447e-b007-a2186b2152b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Marcações de imagem" ma:readOnly="false" ma:fieldId="{5cf76f15-5ced-4ddc-b409-7134ff3c332f}" ma:taxonomyMulti="true" ma:sspId="44ba3b7a-2cbe-4cfc-97f4-ef34a74b0ef7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ú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DEB02747-A914-4891-A3F7-723C07C0D031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C626B4CB-4766-4F25-8DD3-CB449FA68605}">
  <ds:schemaRefs>
    <ds:schemaRef ds:uri="http://purl.org/dc/terms/"/>
    <ds:schemaRef ds:uri="http://www.w3.org/XML/1998/namespace"/>
    <ds:schemaRef ds:uri="22554d0a-1932-447e-b007-a2186b2152bd"/>
    <ds:schemaRef ds:uri="http://schemas.microsoft.com/office/infopath/2007/PartnerControls"/>
    <ds:schemaRef ds:uri="http://purl.org/dc/dcmitype/"/>
    <ds:schemaRef ds:uri="http://schemas.microsoft.com/office/2006/documentManagement/types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3.xml><?xml version="1.0" encoding="utf-8"?>
<ds:datastoreItem xmlns:ds="http://schemas.openxmlformats.org/officeDocument/2006/customXml" ds:itemID="{540F8FCB-B4EE-413C-8B8A-F912F0AD8D6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2554d0a-1932-447e-b007-a2186b2152bd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2649</TotalTime>
  <Words>118</Words>
  <Application>Microsoft Office PowerPoint</Application>
  <PresentationFormat>Personalizar</PresentationFormat>
  <Paragraphs>21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5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3" baseType="lpstr">
      <vt:lpstr>Aptos</vt:lpstr>
      <vt:lpstr>Arial</vt:lpstr>
      <vt:lpstr>Calibri</vt:lpstr>
      <vt:lpstr>DIN 2014 Bold</vt:lpstr>
      <vt:lpstr>DIN Pro Bold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Polícia Federal_Apresentação_Slides CFP_v1</dc:title>
  <dc:creator>Raphael Cunha Sardenberg Bastos</dc:creator>
  <cp:lastModifiedBy>Marcel Felipe Procopio de Moura</cp:lastModifiedBy>
  <cp:revision>430</cp:revision>
  <dcterms:created xsi:type="dcterms:W3CDTF">2025-09-16T17:35:11Z</dcterms:created>
  <dcterms:modified xsi:type="dcterms:W3CDTF">2026-05-08T02:21:46Z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2025-09-15T00:00:00Z</vt:filetime>
  </property>
  <property fmtid="{D5CDD505-2E9C-101B-9397-08002B2CF9AE}" pid="3" name="Creator">
    <vt:lpwstr>Adobe Illustrator 29.8 (Windows)</vt:lpwstr>
  </property>
  <property fmtid="{D5CDD505-2E9C-101B-9397-08002B2CF9AE}" pid="4" name="LastSaved">
    <vt:filetime>2025-09-16T00:00:00Z</vt:filetime>
  </property>
  <property fmtid="{D5CDD505-2E9C-101B-9397-08002B2CF9AE}" pid="5" name="Producer">
    <vt:lpwstr>Adobe PDF library 17.00</vt:lpwstr>
  </property>
  <property fmtid="{D5CDD505-2E9C-101B-9397-08002B2CF9AE}" pid="6" name="ContentTypeId">
    <vt:lpwstr>0x01010074A154D0DC1E2447ADD5D8CA556ECA80</vt:lpwstr>
  </property>
  <property fmtid="{D5CDD505-2E9C-101B-9397-08002B2CF9AE}" pid="7" name="MediaServiceImageTags">
    <vt:lpwstr/>
  </property>
  <property fmtid="{D5CDD505-2E9C-101B-9397-08002B2CF9AE}" pid="8" name="Order">
    <vt:r8>861500</vt:r8>
  </property>
  <property fmtid="{D5CDD505-2E9C-101B-9397-08002B2CF9AE}" pid="9" name="xd_Signature">
    <vt:bool>false</vt:bool>
  </property>
  <property fmtid="{D5CDD505-2E9C-101B-9397-08002B2CF9AE}" pid="10" name="xd_ProgID">
    <vt:lpwstr/>
  </property>
  <property fmtid="{D5CDD505-2E9C-101B-9397-08002B2CF9AE}" pid="11" name="ComplianceAssetId">
    <vt:lpwstr/>
  </property>
  <property fmtid="{D5CDD505-2E9C-101B-9397-08002B2CF9AE}" pid="12" name="TemplateUrl">
    <vt:lpwstr/>
  </property>
  <property fmtid="{D5CDD505-2E9C-101B-9397-08002B2CF9AE}" pid="13" name="_ExtendedDescription">
    <vt:lpwstr/>
  </property>
  <property fmtid="{D5CDD505-2E9C-101B-9397-08002B2CF9AE}" pid="14" name="TriggerFlowInfo">
    <vt:lpwstr/>
  </property>
</Properties>
</file>